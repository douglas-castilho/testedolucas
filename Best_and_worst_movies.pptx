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AN Headline" charset="1" panose="00000000000000000000"/>
      <p:regular r:id="rId23"/>
    </p:embeddedFont>
    <p:embeddedFont>
      <p:font typeface="Antic Bol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image3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Relationship Id="rId3" Target="../media/image3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4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0237" y="2171208"/>
            <a:ext cx="13607527" cy="5944585"/>
            <a:chOff x="0" y="0"/>
            <a:chExt cx="3583875" cy="1565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3875" cy="1565652"/>
            </a:xfrm>
            <a:custGeom>
              <a:avLst/>
              <a:gdLst/>
              <a:ahLst/>
              <a:cxnLst/>
              <a:rect r="r" b="b" t="t" l="l"/>
              <a:pathLst>
                <a:path h="1565652" w="3583875">
                  <a:moveTo>
                    <a:pt x="0" y="0"/>
                  </a:moveTo>
                  <a:lnTo>
                    <a:pt x="3583875" y="0"/>
                  </a:lnTo>
                  <a:lnTo>
                    <a:pt x="3583875" y="1565652"/>
                  </a:lnTo>
                  <a:lnTo>
                    <a:pt x="0" y="15656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583875" cy="1594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079160">
            <a:off x="7263581" y="7631881"/>
            <a:ext cx="3760839" cy="4114800"/>
          </a:xfrm>
          <a:custGeom>
            <a:avLst/>
            <a:gdLst/>
            <a:ahLst/>
            <a:cxnLst/>
            <a:rect r="r" b="b" t="t" l="l"/>
            <a:pathLst>
              <a:path h="4114800" w="3760839">
                <a:moveTo>
                  <a:pt x="0" y="0"/>
                </a:moveTo>
                <a:lnTo>
                  <a:pt x="3760838" y="0"/>
                </a:lnTo>
                <a:lnTo>
                  <a:pt x="3760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24625" y="2942637"/>
            <a:ext cx="11438751" cy="427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91"/>
              </a:lnSpc>
            </a:pPr>
            <a:r>
              <a:rPr lang="en-US" sz="843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Best and Worst character of each Pixar movie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436891">
            <a:off x="-57322" y="6455483"/>
            <a:ext cx="4167216" cy="3646314"/>
          </a:xfrm>
          <a:custGeom>
            <a:avLst/>
            <a:gdLst/>
            <a:ahLst/>
            <a:cxnLst/>
            <a:rect r="r" b="b" t="t" l="l"/>
            <a:pathLst>
              <a:path h="3646314" w="4167216">
                <a:moveTo>
                  <a:pt x="0" y="0"/>
                </a:moveTo>
                <a:lnTo>
                  <a:pt x="4167216" y="0"/>
                </a:lnTo>
                <a:lnTo>
                  <a:pt x="4167216" y="3646314"/>
                </a:lnTo>
                <a:lnTo>
                  <a:pt x="0" y="3646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952308">
            <a:off x="14121375" y="493021"/>
            <a:ext cx="4415125" cy="3162333"/>
          </a:xfrm>
          <a:custGeom>
            <a:avLst/>
            <a:gdLst/>
            <a:ahLst/>
            <a:cxnLst/>
            <a:rect r="r" b="b" t="t" l="l"/>
            <a:pathLst>
              <a:path h="3162333" w="4415125">
                <a:moveTo>
                  <a:pt x="0" y="0"/>
                </a:moveTo>
                <a:lnTo>
                  <a:pt x="4415125" y="0"/>
                </a:lnTo>
                <a:lnTo>
                  <a:pt x="4415125" y="3162333"/>
                </a:lnTo>
                <a:lnTo>
                  <a:pt x="0" y="31623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176485">
            <a:off x="-847133" y="-740780"/>
            <a:ext cx="5746837" cy="4816894"/>
          </a:xfrm>
          <a:custGeom>
            <a:avLst/>
            <a:gdLst/>
            <a:ahLst/>
            <a:cxnLst/>
            <a:rect r="r" b="b" t="t" l="l"/>
            <a:pathLst>
              <a:path h="4816894" w="5746837">
                <a:moveTo>
                  <a:pt x="0" y="0"/>
                </a:moveTo>
                <a:lnTo>
                  <a:pt x="5746837" y="0"/>
                </a:lnTo>
                <a:lnTo>
                  <a:pt x="5746837" y="4816894"/>
                </a:lnTo>
                <a:lnTo>
                  <a:pt x="0" y="4816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63375" y="5943901"/>
            <a:ext cx="4177060" cy="4669478"/>
          </a:xfrm>
          <a:custGeom>
            <a:avLst/>
            <a:gdLst/>
            <a:ahLst/>
            <a:cxnLst/>
            <a:rect r="r" b="b" t="t" l="l"/>
            <a:pathLst>
              <a:path h="4669478" w="4177060">
                <a:moveTo>
                  <a:pt x="0" y="0"/>
                </a:moveTo>
                <a:lnTo>
                  <a:pt x="4177060" y="0"/>
                </a:lnTo>
                <a:lnTo>
                  <a:pt x="4177060" y="4669478"/>
                </a:lnTo>
                <a:lnTo>
                  <a:pt x="0" y="46694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237710" y="-740780"/>
            <a:ext cx="3515591" cy="2486481"/>
          </a:xfrm>
          <a:custGeom>
            <a:avLst/>
            <a:gdLst/>
            <a:ahLst/>
            <a:cxnLst/>
            <a:rect r="r" b="b" t="t" l="l"/>
            <a:pathLst>
              <a:path h="2486481" w="3515591">
                <a:moveTo>
                  <a:pt x="0" y="0"/>
                </a:moveTo>
                <a:lnTo>
                  <a:pt x="3515590" y="0"/>
                </a:lnTo>
                <a:lnTo>
                  <a:pt x="3515590" y="2486482"/>
                </a:lnTo>
                <a:lnTo>
                  <a:pt x="0" y="248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709215" y="4087530"/>
            <a:ext cx="3887471" cy="5440403"/>
          </a:xfrm>
          <a:custGeom>
            <a:avLst/>
            <a:gdLst/>
            <a:ahLst/>
            <a:cxnLst/>
            <a:rect r="r" b="b" t="t" l="l"/>
            <a:pathLst>
              <a:path h="5440403" w="3887471">
                <a:moveTo>
                  <a:pt x="0" y="0"/>
                </a:moveTo>
                <a:lnTo>
                  <a:pt x="3887471" y="0"/>
                </a:lnTo>
                <a:lnTo>
                  <a:pt x="3887471" y="5440403"/>
                </a:lnTo>
                <a:lnTo>
                  <a:pt x="0" y="5440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78762" y="4451444"/>
            <a:ext cx="4712575" cy="4712575"/>
          </a:xfrm>
          <a:custGeom>
            <a:avLst/>
            <a:gdLst/>
            <a:ahLst/>
            <a:cxnLst/>
            <a:rect r="r" b="b" t="t" l="l"/>
            <a:pathLst>
              <a:path h="4712575" w="4712575">
                <a:moveTo>
                  <a:pt x="0" y="0"/>
                </a:moveTo>
                <a:lnTo>
                  <a:pt x="4712575" y="0"/>
                </a:lnTo>
                <a:lnTo>
                  <a:pt x="4712575" y="4712575"/>
                </a:lnTo>
                <a:lnTo>
                  <a:pt x="0" y="4712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Toy Story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22541" y="3973325"/>
            <a:ext cx="5242128" cy="5668813"/>
          </a:xfrm>
          <a:custGeom>
            <a:avLst/>
            <a:gdLst/>
            <a:ahLst/>
            <a:cxnLst/>
            <a:rect r="r" b="b" t="t" l="l"/>
            <a:pathLst>
              <a:path h="5668813" w="5242128">
                <a:moveTo>
                  <a:pt x="0" y="0"/>
                </a:moveTo>
                <a:lnTo>
                  <a:pt x="5242128" y="0"/>
                </a:lnTo>
                <a:lnTo>
                  <a:pt x="5242128" y="5668813"/>
                </a:lnTo>
                <a:lnTo>
                  <a:pt x="0" y="5668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60039" y="4720668"/>
            <a:ext cx="5150022" cy="3984170"/>
          </a:xfrm>
          <a:custGeom>
            <a:avLst/>
            <a:gdLst/>
            <a:ahLst/>
            <a:cxnLst/>
            <a:rect r="r" b="b" t="t" l="l"/>
            <a:pathLst>
              <a:path h="3984170" w="5150022">
                <a:moveTo>
                  <a:pt x="0" y="0"/>
                </a:moveTo>
                <a:lnTo>
                  <a:pt x="5150022" y="0"/>
                </a:lnTo>
                <a:lnTo>
                  <a:pt x="5150022" y="3984170"/>
                </a:lnTo>
                <a:lnTo>
                  <a:pt x="0" y="3984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Monsters, Inc.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60228" y="5086040"/>
            <a:ext cx="3541766" cy="3443383"/>
          </a:xfrm>
          <a:custGeom>
            <a:avLst/>
            <a:gdLst/>
            <a:ahLst/>
            <a:cxnLst/>
            <a:rect r="r" b="b" t="t" l="l"/>
            <a:pathLst>
              <a:path h="3443383" w="3541766">
                <a:moveTo>
                  <a:pt x="0" y="0"/>
                </a:moveTo>
                <a:lnTo>
                  <a:pt x="3541765" y="0"/>
                </a:lnTo>
                <a:lnTo>
                  <a:pt x="3541765" y="3443383"/>
                </a:lnTo>
                <a:lnTo>
                  <a:pt x="0" y="3443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83498" y="5143500"/>
            <a:ext cx="5303103" cy="3535402"/>
          </a:xfrm>
          <a:custGeom>
            <a:avLst/>
            <a:gdLst/>
            <a:ahLst/>
            <a:cxnLst/>
            <a:rect r="r" b="b" t="t" l="l"/>
            <a:pathLst>
              <a:path h="3535402" w="5303103">
                <a:moveTo>
                  <a:pt x="0" y="0"/>
                </a:moveTo>
                <a:lnTo>
                  <a:pt x="5303103" y="0"/>
                </a:lnTo>
                <a:lnTo>
                  <a:pt x="5303103" y="3535402"/>
                </a:lnTo>
                <a:lnTo>
                  <a:pt x="0" y="3535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Finding Nemo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70014" y="3969768"/>
            <a:ext cx="3965872" cy="5675926"/>
          </a:xfrm>
          <a:custGeom>
            <a:avLst/>
            <a:gdLst/>
            <a:ahLst/>
            <a:cxnLst/>
            <a:rect r="r" b="b" t="t" l="l"/>
            <a:pathLst>
              <a:path h="5675926" w="3965872">
                <a:moveTo>
                  <a:pt x="0" y="0"/>
                </a:moveTo>
                <a:lnTo>
                  <a:pt x="3965872" y="0"/>
                </a:lnTo>
                <a:lnTo>
                  <a:pt x="3965872" y="5675926"/>
                </a:lnTo>
                <a:lnTo>
                  <a:pt x="0" y="5675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65724" y="3969768"/>
            <a:ext cx="4938651" cy="5514828"/>
          </a:xfrm>
          <a:custGeom>
            <a:avLst/>
            <a:gdLst/>
            <a:ahLst/>
            <a:cxnLst/>
            <a:rect r="r" b="b" t="t" l="l"/>
            <a:pathLst>
              <a:path h="5514828" w="4938651">
                <a:moveTo>
                  <a:pt x="0" y="0"/>
                </a:moveTo>
                <a:lnTo>
                  <a:pt x="4938652" y="0"/>
                </a:lnTo>
                <a:lnTo>
                  <a:pt x="4938652" y="5514828"/>
                </a:lnTo>
                <a:lnTo>
                  <a:pt x="0" y="5514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The Incredibles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80914" y="4717952"/>
            <a:ext cx="5144073" cy="4179559"/>
          </a:xfrm>
          <a:custGeom>
            <a:avLst/>
            <a:gdLst/>
            <a:ahLst/>
            <a:cxnLst/>
            <a:rect r="r" b="b" t="t" l="l"/>
            <a:pathLst>
              <a:path h="4179559" w="5144073">
                <a:moveTo>
                  <a:pt x="0" y="0"/>
                </a:moveTo>
                <a:lnTo>
                  <a:pt x="5144073" y="0"/>
                </a:lnTo>
                <a:lnTo>
                  <a:pt x="5144073" y="4179559"/>
                </a:lnTo>
                <a:lnTo>
                  <a:pt x="0" y="4179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04641" y="3942913"/>
            <a:ext cx="5142403" cy="5499514"/>
          </a:xfrm>
          <a:custGeom>
            <a:avLst/>
            <a:gdLst/>
            <a:ahLst/>
            <a:cxnLst/>
            <a:rect r="r" b="b" t="t" l="l"/>
            <a:pathLst>
              <a:path h="5499514" w="5142403">
                <a:moveTo>
                  <a:pt x="0" y="0"/>
                </a:moveTo>
                <a:lnTo>
                  <a:pt x="5142403" y="0"/>
                </a:lnTo>
                <a:lnTo>
                  <a:pt x="5142403" y="5499514"/>
                </a:lnTo>
                <a:lnTo>
                  <a:pt x="0" y="5499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Cars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29222" y="4284003"/>
            <a:ext cx="5047457" cy="5047457"/>
          </a:xfrm>
          <a:custGeom>
            <a:avLst/>
            <a:gdLst/>
            <a:ahLst/>
            <a:cxnLst/>
            <a:rect r="r" b="b" t="t" l="l"/>
            <a:pathLst>
              <a:path h="5047457" w="5047457">
                <a:moveTo>
                  <a:pt x="0" y="0"/>
                </a:moveTo>
                <a:lnTo>
                  <a:pt x="5047457" y="0"/>
                </a:lnTo>
                <a:lnTo>
                  <a:pt x="5047457" y="5047457"/>
                </a:lnTo>
                <a:lnTo>
                  <a:pt x="0" y="504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43259" y="3821490"/>
            <a:ext cx="3946497" cy="5849849"/>
          </a:xfrm>
          <a:custGeom>
            <a:avLst/>
            <a:gdLst/>
            <a:ahLst/>
            <a:cxnLst/>
            <a:rect r="r" b="b" t="t" l="l"/>
            <a:pathLst>
              <a:path h="5849849" w="3946497">
                <a:moveTo>
                  <a:pt x="0" y="0"/>
                </a:moveTo>
                <a:lnTo>
                  <a:pt x="3946497" y="0"/>
                </a:lnTo>
                <a:lnTo>
                  <a:pt x="3946497" y="5849849"/>
                </a:lnTo>
                <a:lnTo>
                  <a:pt x="0" y="5849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Inside Out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994216" y="3942913"/>
            <a:ext cx="3317469" cy="5577005"/>
          </a:xfrm>
          <a:custGeom>
            <a:avLst/>
            <a:gdLst/>
            <a:ahLst/>
            <a:cxnLst/>
            <a:rect r="r" b="b" t="t" l="l"/>
            <a:pathLst>
              <a:path h="5577005" w="3317469">
                <a:moveTo>
                  <a:pt x="0" y="0"/>
                </a:moveTo>
                <a:lnTo>
                  <a:pt x="3317469" y="0"/>
                </a:lnTo>
                <a:lnTo>
                  <a:pt x="3317469" y="5577005"/>
                </a:lnTo>
                <a:lnTo>
                  <a:pt x="0" y="5577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64869" y="3914157"/>
            <a:ext cx="4340361" cy="5787148"/>
          </a:xfrm>
          <a:custGeom>
            <a:avLst/>
            <a:gdLst/>
            <a:ahLst/>
            <a:cxnLst/>
            <a:rect r="r" b="b" t="t" l="l"/>
            <a:pathLst>
              <a:path h="5787148" w="4340361">
                <a:moveTo>
                  <a:pt x="0" y="0"/>
                </a:moveTo>
                <a:lnTo>
                  <a:pt x="4340361" y="0"/>
                </a:lnTo>
                <a:lnTo>
                  <a:pt x="4340361" y="5787149"/>
                </a:lnTo>
                <a:lnTo>
                  <a:pt x="0" y="5787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Ratatouille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74236" y="4682124"/>
            <a:ext cx="5157429" cy="4251214"/>
          </a:xfrm>
          <a:custGeom>
            <a:avLst/>
            <a:gdLst/>
            <a:ahLst/>
            <a:cxnLst/>
            <a:rect r="r" b="b" t="t" l="l"/>
            <a:pathLst>
              <a:path h="4251214" w="5157429">
                <a:moveTo>
                  <a:pt x="0" y="0"/>
                </a:moveTo>
                <a:lnTo>
                  <a:pt x="5157429" y="0"/>
                </a:lnTo>
                <a:lnTo>
                  <a:pt x="5157429" y="4251214"/>
                </a:lnTo>
                <a:lnTo>
                  <a:pt x="0" y="4251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48848" y="4259071"/>
            <a:ext cx="4172403" cy="5097320"/>
          </a:xfrm>
          <a:custGeom>
            <a:avLst/>
            <a:gdLst/>
            <a:ahLst/>
            <a:cxnLst/>
            <a:rect r="r" b="b" t="t" l="l"/>
            <a:pathLst>
              <a:path h="5097320" w="4172403">
                <a:moveTo>
                  <a:pt x="0" y="0"/>
                </a:moveTo>
                <a:lnTo>
                  <a:pt x="4172403" y="0"/>
                </a:lnTo>
                <a:lnTo>
                  <a:pt x="4172403" y="5097320"/>
                </a:lnTo>
                <a:lnTo>
                  <a:pt x="0" y="509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Wall-e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087953" y="3942913"/>
            <a:ext cx="3129994" cy="5573651"/>
          </a:xfrm>
          <a:custGeom>
            <a:avLst/>
            <a:gdLst/>
            <a:ahLst/>
            <a:cxnLst/>
            <a:rect r="r" b="b" t="t" l="l"/>
            <a:pathLst>
              <a:path h="5573651" w="3129994">
                <a:moveTo>
                  <a:pt x="0" y="0"/>
                </a:moveTo>
                <a:lnTo>
                  <a:pt x="3129994" y="0"/>
                </a:lnTo>
                <a:lnTo>
                  <a:pt x="3129994" y="5573652"/>
                </a:lnTo>
                <a:lnTo>
                  <a:pt x="0" y="55736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92098" y="3799298"/>
            <a:ext cx="3885903" cy="5860882"/>
          </a:xfrm>
          <a:custGeom>
            <a:avLst/>
            <a:gdLst/>
            <a:ahLst/>
            <a:cxnLst/>
            <a:rect r="r" b="b" t="t" l="l"/>
            <a:pathLst>
              <a:path h="5860882" w="3885903">
                <a:moveTo>
                  <a:pt x="0" y="0"/>
                </a:moveTo>
                <a:lnTo>
                  <a:pt x="3885903" y="0"/>
                </a:lnTo>
                <a:lnTo>
                  <a:pt x="3885903" y="5860882"/>
                </a:lnTo>
                <a:lnTo>
                  <a:pt x="0" y="5860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Up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06357" y="4261138"/>
            <a:ext cx="5093186" cy="5093186"/>
          </a:xfrm>
          <a:custGeom>
            <a:avLst/>
            <a:gdLst/>
            <a:ahLst/>
            <a:cxnLst/>
            <a:rect r="r" b="b" t="t" l="l"/>
            <a:pathLst>
              <a:path h="5093186" w="5093186">
                <a:moveTo>
                  <a:pt x="0" y="0"/>
                </a:moveTo>
                <a:lnTo>
                  <a:pt x="5093186" y="0"/>
                </a:lnTo>
                <a:lnTo>
                  <a:pt x="5093186" y="5093186"/>
                </a:lnTo>
                <a:lnTo>
                  <a:pt x="0" y="5093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64718" y="4068970"/>
            <a:ext cx="4540664" cy="5189330"/>
          </a:xfrm>
          <a:custGeom>
            <a:avLst/>
            <a:gdLst/>
            <a:ahLst/>
            <a:cxnLst/>
            <a:rect r="r" b="b" t="t" l="l"/>
            <a:pathLst>
              <a:path h="5189330" w="4540664">
                <a:moveTo>
                  <a:pt x="0" y="0"/>
                </a:moveTo>
                <a:lnTo>
                  <a:pt x="4540664" y="0"/>
                </a:lnTo>
                <a:lnTo>
                  <a:pt x="4540664" y="5189330"/>
                </a:lnTo>
                <a:lnTo>
                  <a:pt x="0" y="5189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Brave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22541" y="5331706"/>
            <a:ext cx="5260818" cy="2952051"/>
          </a:xfrm>
          <a:custGeom>
            <a:avLst/>
            <a:gdLst/>
            <a:ahLst/>
            <a:cxnLst/>
            <a:rect r="r" b="b" t="t" l="l"/>
            <a:pathLst>
              <a:path h="2952051" w="5260818">
                <a:moveTo>
                  <a:pt x="0" y="0"/>
                </a:moveTo>
                <a:lnTo>
                  <a:pt x="5260818" y="0"/>
                </a:lnTo>
                <a:lnTo>
                  <a:pt x="5260818" y="2952051"/>
                </a:lnTo>
                <a:lnTo>
                  <a:pt x="0" y="29520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51638" y="4820893"/>
            <a:ext cx="5166823" cy="4179201"/>
          </a:xfrm>
          <a:custGeom>
            <a:avLst/>
            <a:gdLst/>
            <a:ahLst/>
            <a:cxnLst/>
            <a:rect r="r" b="b" t="t" l="l"/>
            <a:pathLst>
              <a:path h="4179201" w="5166823">
                <a:moveTo>
                  <a:pt x="0" y="0"/>
                </a:moveTo>
                <a:lnTo>
                  <a:pt x="5166823" y="0"/>
                </a:lnTo>
                <a:lnTo>
                  <a:pt x="5166823" y="4179201"/>
                </a:lnTo>
                <a:lnTo>
                  <a:pt x="0" y="4179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The Good Dinosaur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772717" y="3942913"/>
            <a:ext cx="3760466" cy="5521384"/>
          </a:xfrm>
          <a:custGeom>
            <a:avLst/>
            <a:gdLst/>
            <a:ahLst/>
            <a:cxnLst/>
            <a:rect r="r" b="b" t="t" l="l"/>
            <a:pathLst>
              <a:path h="5521384" w="3760466">
                <a:moveTo>
                  <a:pt x="0" y="0"/>
                </a:moveTo>
                <a:lnTo>
                  <a:pt x="3760466" y="0"/>
                </a:lnTo>
                <a:lnTo>
                  <a:pt x="3760466" y="5521384"/>
                </a:lnTo>
                <a:lnTo>
                  <a:pt x="0" y="5521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04908" y="4047039"/>
            <a:ext cx="5060284" cy="5521384"/>
          </a:xfrm>
          <a:custGeom>
            <a:avLst/>
            <a:gdLst/>
            <a:ahLst/>
            <a:cxnLst/>
            <a:rect r="r" b="b" t="t" l="l"/>
            <a:pathLst>
              <a:path h="5521384" w="5060284">
                <a:moveTo>
                  <a:pt x="0" y="0"/>
                </a:moveTo>
                <a:lnTo>
                  <a:pt x="5060284" y="0"/>
                </a:lnTo>
                <a:lnTo>
                  <a:pt x="5060284" y="5521384"/>
                </a:lnTo>
                <a:lnTo>
                  <a:pt x="0" y="55213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Coco(Viva)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09881" y="3942913"/>
            <a:ext cx="5086138" cy="5608774"/>
          </a:xfrm>
          <a:custGeom>
            <a:avLst/>
            <a:gdLst/>
            <a:ahLst/>
            <a:cxnLst/>
            <a:rect r="r" b="b" t="t" l="l"/>
            <a:pathLst>
              <a:path h="5608774" w="5086138">
                <a:moveTo>
                  <a:pt x="0" y="0"/>
                </a:moveTo>
                <a:lnTo>
                  <a:pt x="5086138" y="0"/>
                </a:lnTo>
                <a:lnTo>
                  <a:pt x="5086138" y="5608774"/>
                </a:lnTo>
                <a:lnTo>
                  <a:pt x="0" y="5608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80310" y="4129016"/>
            <a:ext cx="5109479" cy="5129284"/>
          </a:xfrm>
          <a:custGeom>
            <a:avLst/>
            <a:gdLst/>
            <a:ahLst/>
            <a:cxnLst/>
            <a:rect r="r" b="b" t="t" l="l"/>
            <a:pathLst>
              <a:path h="5129284" w="5109479">
                <a:moveTo>
                  <a:pt x="0" y="0"/>
                </a:moveTo>
                <a:lnTo>
                  <a:pt x="5109479" y="0"/>
                </a:lnTo>
                <a:lnTo>
                  <a:pt x="5109479" y="5129284"/>
                </a:lnTo>
                <a:lnTo>
                  <a:pt x="0" y="5129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Onward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330046" y="3935882"/>
            <a:ext cx="4645808" cy="5743698"/>
          </a:xfrm>
          <a:custGeom>
            <a:avLst/>
            <a:gdLst/>
            <a:ahLst/>
            <a:cxnLst/>
            <a:rect r="r" b="b" t="t" l="l"/>
            <a:pathLst>
              <a:path h="5743698" w="4645808">
                <a:moveTo>
                  <a:pt x="0" y="0"/>
                </a:moveTo>
                <a:lnTo>
                  <a:pt x="4645808" y="0"/>
                </a:lnTo>
                <a:lnTo>
                  <a:pt x="4645808" y="5743698"/>
                </a:lnTo>
                <a:lnTo>
                  <a:pt x="0" y="574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56592" y="4750331"/>
            <a:ext cx="2756916" cy="4114800"/>
          </a:xfrm>
          <a:custGeom>
            <a:avLst/>
            <a:gdLst/>
            <a:ahLst/>
            <a:cxnLst/>
            <a:rect r="r" b="b" t="t" l="l"/>
            <a:pathLst>
              <a:path h="4114800" w="2756916">
                <a:moveTo>
                  <a:pt x="0" y="0"/>
                </a:moveTo>
                <a:lnTo>
                  <a:pt x="2756916" y="0"/>
                </a:lnTo>
                <a:lnTo>
                  <a:pt x="27569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Soul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2541" y="3751958"/>
            <a:ext cx="5260818" cy="6111546"/>
            <a:chOff x="0" y="0"/>
            <a:chExt cx="1385565" cy="160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4641" y="3751958"/>
            <a:ext cx="5260818" cy="6111546"/>
            <a:chOff x="0" y="0"/>
            <a:chExt cx="1385565" cy="160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565" cy="1609625"/>
            </a:xfrm>
            <a:custGeom>
              <a:avLst/>
              <a:gdLst/>
              <a:ahLst/>
              <a:cxnLst/>
              <a:rect r="r" b="b" t="t" l="l"/>
              <a:pathLst>
                <a:path h="1609625" w="1385565">
                  <a:moveTo>
                    <a:pt x="0" y="0"/>
                  </a:moveTo>
                  <a:lnTo>
                    <a:pt x="1385565" y="0"/>
                  </a:lnTo>
                  <a:lnTo>
                    <a:pt x="1385565" y="1609625"/>
                  </a:lnTo>
                  <a:lnTo>
                    <a:pt x="0" y="16096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565" cy="1638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22541" y="4177322"/>
            <a:ext cx="5260818" cy="5260818"/>
          </a:xfrm>
          <a:custGeom>
            <a:avLst/>
            <a:gdLst/>
            <a:ahLst/>
            <a:cxnLst/>
            <a:rect r="r" b="b" t="t" l="l"/>
            <a:pathLst>
              <a:path h="5260818" w="5260818">
                <a:moveTo>
                  <a:pt x="0" y="0"/>
                </a:moveTo>
                <a:lnTo>
                  <a:pt x="5260818" y="0"/>
                </a:lnTo>
                <a:lnTo>
                  <a:pt x="5260818" y="5260819"/>
                </a:lnTo>
                <a:lnTo>
                  <a:pt x="0" y="5260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72137" y="3942913"/>
            <a:ext cx="3917733" cy="5743698"/>
          </a:xfrm>
          <a:custGeom>
            <a:avLst/>
            <a:gdLst/>
            <a:ahLst/>
            <a:cxnLst/>
            <a:rect r="r" b="b" t="t" l="l"/>
            <a:pathLst>
              <a:path h="5743698" w="3917733">
                <a:moveTo>
                  <a:pt x="0" y="0"/>
                </a:moveTo>
                <a:lnTo>
                  <a:pt x="3917733" y="0"/>
                </a:lnTo>
                <a:lnTo>
                  <a:pt x="3917733" y="5743698"/>
                </a:lnTo>
                <a:lnTo>
                  <a:pt x="0" y="5743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Best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92762"/>
            <a:ext cx="8982100" cy="7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4296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950" y="885825"/>
            <a:ext cx="898210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Luca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0237" y="2171208"/>
            <a:ext cx="13607527" cy="5944585"/>
            <a:chOff x="0" y="0"/>
            <a:chExt cx="3583875" cy="1565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3875" cy="1565652"/>
            </a:xfrm>
            <a:custGeom>
              <a:avLst/>
              <a:gdLst/>
              <a:ahLst/>
              <a:cxnLst/>
              <a:rect r="r" b="b" t="t" l="l"/>
              <a:pathLst>
                <a:path h="1565652" w="3583875">
                  <a:moveTo>
                    <a:pt x="0" y="0"/>
                  </a:moveTo>
                  <a:lnTo>
                    <a:pt x="3583875" y="0"/>
                  </a:lnTo>
                  <a:lnTo>
                    <a:pt x="3583875" y="1565652"/>
                  </a:lnTo>
                  <a:lnTo>
                    <a:pt x="0" y="15656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583875" cy="1594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079160">
            <a:off x="7263581" y="7631881"/>
            <a:ext cx="3760839" cy="4114800"/>
          </a:xfrm>
          <a:custGeom>
            <a:avLst/>
            <a:gdLst/>
            <a:ahLst/>
            <a:cxnLst/>
            <a:rect r="r" b="b" t="t" l="l"/>
            <a:pathLst>
              <a:path h="4114800" w="3760839">
                <a:moveTo>
                  <a:pt x="0" y="0"/>
                </a:moveTo>
                <a:lnTo>
                  <a:pt x="3760838" y="0"/>
                </a:lnTo>
                <a:lnTo>
                  <a:pt x="3760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44476" y="4495863"/>
            <a:ext cx="8399048" cy="175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51"/>
              </a:lnSpc>
            </a:pPr>
            <a:r>
              <a:rPr lang="en-US" sz="1454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The </a:t>
            </a:r>
            <a:r>
              <a:rPr lang="en-US" sz="1454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end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436891">
            <a:off x="-57322" y="6455483"/>
            <a:ext cx="4167216" cy="3646314"/>
          </a:xfrm>
          <a:custGeom>
            <a:avLst/>
            <a:gdLst/>
            <a:ahLst/>
            <a:cxnLst/>
            <a:rect r="r" b="b" t="t" l="l"/>
            <a:pathLst>
              <a:path h="3646314" w="4167216">
                <a:moveTo>
                  <a:pt x="0" y="0"/>
                </a:moveTo>
                <a:lnTo>
                  <a:pt x="4167216" y="0"/>
                </a:lnTo>
                <a:lnTo>
                  <a:pt x="4167216" y="3646314"/>
                </a:lnTo>
                <a:lnTo>
                  <a:pt x="0" y="3646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952308">
            <a:off x="14121375" y="493021"/>
            <a:ext cx="4415125" cy="3162333"/>
          </a:xfrm>
          <a:custGeom>
            <a:avLst/>
            <a:gdLst/>
            <a:ahLst/>
            <a:cxnLst/>
            <a:rect r="r" b="b" t="t" l="l"/>
            <a:pathLst>
              <a:path h="3162333" w="4415125">
                <a:moveTo>
                  <a:pt x="0" y="0"/>
                </a:moveTo>
                <a:lnTo>
                  <a:pt x="4415125" y="0"/>
                </a:lnTo>
                <a:lnTo>
                  <a:pt x="4415125" y="3162333"/>
                </a:lnTo>
                <a:lnTo>
                  <a:pt x="0" y="31623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08957" y="-222363"/>
            <a:ext cx="5746837" cy="4816894"/>
          </a:xfrm>
          <a:custGeom>
            <a:avLst/>
            <a:gdLst/>
            <a:ahLst/>
            <a:cxnLst/>
            <a:rect r="r" b="b" t="t" l="l"/>
            <a:pathLst>
              <a:path h="4816894" w="5746837">
                <a:moveTo>
                  <a:pt x="0" y="0"/>
                </a:moveTo>
                <a:lnTo>
                  <a:pt x="5746837" y="0"/>
                </a:lnTo>
                <a:lnTo>
                  <a:pt x="5746837" y="4816894"/>
                </a:lnTo>
                <a:lnTo>
                  <a:pt x="0" y="4816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63375" y="5943901"/>
            <a:ext cx="4177060" cy="4669478"/>
          </a:xfrm>
          <a:custGeom>
            <a:avLst/>
            <a:gdLst/>
            <a:ahLst/>
            <a:cxnLst/>
            <a:rect r="r" b="b" t="t" l="l"/>
            <a:pathLst>
              <a:path h="4669478" w="4177060">
                <a:moveTo>
                  <a:pt x="0" y="0"/>
                </a:moveTo>
                <a:lnTo>
                  <a:pt x="4177060" y="0"/>
                </a:lnTo>
                <a:lnTo>
                  <a:pt x="4177060" y="4669478"/>
                </a:lnTo>
                <a:lnTo>
                  <a:pt x="0" y="46694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237710" y="-740780"/>
            <a:ext cx="3515591" cy="2486481"/>
          </a:xfrm>
          <a:custGeom>
            <a:avLst/>
            <a:gdLst/>
            <a:ahLst/>
            <a:cxnLst/>
            <a:rect r="r" b="b" t="t" l="l"/>
            <a:pathLst>
              <a:path h="2486481" w="3515591">
                <a:moveTo>
                  <a:pt x="0" y="0"/>
                </a:moveTo>
                <a:lnTo>
                  <a:pt x="3515590" y="0"/>
                </a:lnTo>
                <a:lnTo>
                  <a:pt x="3515590" y="2486482"/>
                </a:lnTo>
                <a:lnTo>
                  <a:pt x="0" y="248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DAHXO38ulho</dc:identifier>
  <dcterms:modified xsi:type="dcterms:W3CDTF">2011-08-01T06:04:30Z</dcterms:modified>
  <cp:revision>1</cp:revision>
  <dc:title>Analysing Movie Posters Educational Presentation in Lilac Red Illustrative Style </dc:title>
</cp:coreProperties>
</file>